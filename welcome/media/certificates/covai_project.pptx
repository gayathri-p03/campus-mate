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8AC4D-2FF3-A1AA-216B-B6988860D8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69F947-15BB-69C6-951A-5D45A9444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A390E-01C7-EA8C-E82D-E61FCBAD6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0D2A-8298-4C56-B415-AE767EB95D3A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E130C-245E-1F47-8879-78AC735BD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6E3B1-CC31-B1A2-FD3D-333D60588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0D76-4DF2-4BF2-B913-0FDF3872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29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A14D5-C704-DC30-BC6B-2CC874584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235F5-1509-4675-67FB-6F2CBE9F8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727D0-E747-A8AF-4DC8-2E286D951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0D2A-8298-4C56-B415-AE767EB95D3A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EF91D-E5D9-73E0-66AC-2588AB6C2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47F6A-F935-0B45-73B7-BE8E54D65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0D76-4DF2-4BF2-B913-0FDF3872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264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A2381-C542-1353-F136-9B45596D5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9297A-95CF-1C06-7172-48B4412D9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6CC01-1296-42D3-2BEF-83C8A0664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0D2A-8298-4C56-B415-AE767EB95D3A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1A4C1-D8E5-9489-00A8-ABEFF55F1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03123-31DD-C0EB-1CC2-6F5486568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0D76-4DF2-4BF2-B913-0FDF3872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491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41071-DB56-DA39-89CA-BCCA845C6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71FA7-87D8-8FA3-A78C-C0276C4D8A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A889C-1395-2ADA-8B32-88376C641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44B77-E30D-EB6C-B726-A1BF6DDA1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0D2A-8298-4C56-B415-AE767EB95D3A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3A04D-83AD-AE23-EF2D-37ACB5361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6356A-AD58-1B2A-A0F0-929E8003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0D76-4DF2-4BF2-B913-0FDF3872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94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E020-1022-1261-6721-4A43D3605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A2461-D0EC-0D16-129B-E0C25D7F4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37327B-9C0F-F7B2-C101-CB4F86968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456090-0C82-CF13-29EA-165609BE8A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389411-ADA2-71CF-B38C-F7BF78D52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F9FB08-84A0-157A-F01E-5D35693E3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0D2A-8298-4C56-B415-AE767EB95D3A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8A2C5E-0A4F-F13E-CE2A-E42A0B865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F4737D-2229-954E-5067-4DFC61A7C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0D76-4DF2-4BF2-B913-0FDF3872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156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A94FD-91B4-D399-B3B7-EFCC1FEDA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FB870-9503-0DEB-8788-0A8D28B32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0D2A-8298-4C56-B415-AE767EB95D3A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E1D599-C1F8-1C4F-46E8-21E7CF042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94FF72-7831-3274-DD63-388C5039F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0D76-4DF2-4BF2-B913-0FDF3872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33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BF20FB-8557-AEB8-78ED-63DCACF30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0D2A-8298-4C56-B415-AE767EB95D3A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537237-3FD2-F583-7D51-740E84FD0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0C942-B1FA-CC1B-2222-2B58BAE78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0D76-4DF2-4BF2-B913-0FDF3872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292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C35E7-20DE-D79F-2880-0DDFF1F49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E7C1D-A800-1055-6689-CFC3AC5E7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CC9DB-0EE2-8B56-3BC0-D18DBD841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6F016-26D2-FE80-08A5-04A6F8D83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0D2A-8298-4C56-B415-AE767EB95D3A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D6182-68B6-987A-0DF5-57953E40D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F7C18-42C3-D789-F068-D7450F348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0D76-4DF2-4BF2-B913-0FDF3872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658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752D1-C857-E441-71DB-78232E859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EEA7DB-C9BD-B64E-F0E2-9E01EE4ABF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6837E-107C-A649-940E-6FB79253F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65667-7F1D-8EA3-B2A8-0CB67DCDA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0D2A-8298-4C56-B415-AE767EB95D3A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8965E-AB51-5F8B-F186-B388BCFC5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3BEF3-5F69-C49B-5986-49E2AFAC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0D76-4DF2-4BF2-B913-0FDF3872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438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0BBA5-B5F9-64F1-1395-BC9BE5096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40BA20-9F01-3764-F377-1ED95E28C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018FF-5D12-5D47-FC40-FEBC22C43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0D2A-8298-4C56-B415-AE767EB95D3A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6D4B7-BB9F-1D1D-241B-58BE2B2EC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D04C5-F20D-B694-4934-9483D9C2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0D76-4DF2-4BF2-B913-0FDF3872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305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61E4A8-5B77-FE78-4E72-922B860523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AFA2B-4D8F-2C7F-DF80-6E1DE5BC7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97153-BD03-DDC7-CC29-6F4CF1CEB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0D2A-8298-4C56-B415-AE767EB95D3A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572FF-8579-3ED5-06F8-F669935A2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CDA4F-AF37-8BB5-D312-38F20AB3F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F0D76-4DF2-4BF2-B913-0FDF3872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266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589091-E10C-4C46-0DC0-D0C598993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92663-E1BE-E6F2-C907-40097B034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5C3B6-2FAC-2B45-693F-C21BDEE203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A60D2A-8298-4C56-B415-AE767EB95D3A}" type="datetimeFigureOut">
              <a:rPr lang="en-IN" smtClean="0"/>
              <a:t>07-11-2023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1A3EA-B7BC-3863-A3A1-C1A25B837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2AED5-27C7-8A57-4574-ECF4129F7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F0D76-4DF2-4BF2-B913-0FDF3872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786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ED8702-013C-7370-4936-8F1E7F109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813" y="275302"/>
            <a:ext cx="11847871" cy="6386051"/>
          </a:xfrm>
        </p:spPr>
        <p:txBody>
          <a:bodyPr/>
          <a:lstStyle/>
          <a:p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DC7119-D75F-8E84-212E-5C701A8F8419}"/>
              </a:ext>
            </a:extLst>
          </p:cNvPr>
          <p:cNvCxnSpPr>
            <a:cxnSpLocks/>
          </p:cNvCxnSpPr>
          <p:nvPr/>
        </p:nvCxnSpPr>
        <p:spPr>
          <a:xfrm flipH="1">
            <a:off x="432620" y="2330245"/>
            <a:ext cx="5063612" cy="98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C8F34C-CF82-72D7-0FAB-833E0B005AE3}"/>
              </a:ext>
            </a:extLst>
          </p:cNvPr>
          <p:cNvCxnSpPr>
            <a:cxnSpLocks/>
          </p:cNvCxnSpPr>
          <p:nvPr/>
        </p:nvCxnSpPr>
        <p:spPr>
          <a:xfrm>
            <a:off x="5496232" y="2330245"/>
            <a:ext cx="502428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03B85FC-6B32-CD07-50A8-04C1062BE79F}"/>
              </a:ext>
            </a:extLst>
          </p:cNvPr>
          <p:cNvCxnSpPr>
            <a:cxnSpLocks/>
          </p:cNvCxnSpPr>
          <p:nvPr/>
        </p:nvCxnSpPr>
        <p:spPr>
          <a:xfrm>
            <a:off x="422787" y="2330245"/>
            <a:ext cx="0" cy="34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4C6F28F-C110-22AF-4C5A-E2DC5D662525}"/>
              </a:ext>
            </a:extLst>
          </p:cNvPr>
          <p:cNvCxnSpPr>
            <a:cxnSpLocks/>
          </p:cNvCxnSpPr>
          <p:nvPr/>
        </p:nvCxnSpPr>
        <p:spPr>
          <a:xfrm>
            <a:off x="10520517" y="2340077"/>
            <a:ext cx="0" cy="336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3103262-69A3-111A-12BC-613C0AA6F88B}"/>
              </a:ext>
            </a:extLst>
          </p:cNvPr>
          <p:cNvSpPr/>
          <p:nvPr/>
        </p:nvSpPr>
        <p:spPr>
          <a:xfrm>
            <a:off x="408036" y="2676833"/>
            <a:ext cx="2013144" cy="4227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DEFLECTION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5CA430-85A8-3BC1-3A20-1FAB612CA7A6}"/>
              </a:ext>
            </a:extLst>
          </p:cNvPr>
          <p:cNvSpPr/>
          <p:nvPr/>
        </p:nvSpPr>
        <p:spPr>
          <a:xfrm>
            <a:off x="8948581" y="2686665"/>
            <a:ext cx="2054936" cy="4645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COLLECTION</a:t>
            </a:r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0294B8D-E61C-EC3C-7E4B-1E00F5BFD1F2}"/>
              </a:ext>
            </a:extLst>
          </p:cNvPr>
          <p:cNvCxnSpPr>
            <a:cxnSpLocks/>
          </p:cNvCxnSpPr>
          <p:nvPr/>
        </p:nvCxnSpPr>
        <p:spPr>
          <a:xfrm>
            <a:off x="412955" y="3109454"/>
            <a:ext cx="0" cy="25834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3FE53DC-A3F5-6B47-8BCB-C5AD93AD178E}"/>
              </a:ext>
            </a:extLst>
          </p:cNvPr>
          <p:cNvCxnSpPr>
            <a:cxnSpLocks/>
          </p:cNvCxnSpPr>
          <p:nvPr/>
        </p:nvCxnSpPr>
        <p:spPr>
          <a:xfrm>
            <a:off x="9539786" y="3151241"/>
            <a:ext cx="0" cy="22952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242E7E3-4B81-A614-0F5F-7817680DD19A}"/>
              </a:ext>
            </a:extLst>
          </p:cNvPr>
          <p:cNvCxnSpPr/>
          <p:nvPr/>
        </p:nvCxnSpPr>
        <p:spPr>
          <a:xfrm>
            <a:off x="412955" y="3623187"/>
            <a:ext cx="3293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B8F696D-30AC-A04F-CA49-119479FEA96A}"/>
              </a:ext>
            </a:extLst>
          </p:cNvPr>
          <p:cNvSpPr/>
          <p:nvPr/>
        </p:nvSpPr>
        <p:spPr>
          <a:xfrm>
            <a:off x="730030" y="3381685"/>
            <a:ext cx="1823876" cy="44245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Kinetic Impactor</a:t>
            </a:r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66AB0E2-BD8D-CD34-DF09-6F6C15484AE3}"/>
              </a:ext>
            </a:extLst>
          </p:cNvPr>
          <p:cNvCxnSpPr/>
          <p:nvPr/>
        </p:nvCxnSpPr>
        <p:spPr>
          <a:xfrm>
            <a:off x="408036" y="4538507"/>
            <a:ext cx="3293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68747F5-22D9-9996-B234-5A3BD44C739E}"/>
              </a:ext>
            </a:extLst>
          </p:cNvPr>
          <p:cNvSpPr/>
          <p:nvPr/>
        </p:nvSpPr>
        <p:spPr>
          <a:xfrm>
            <a:off x="742323" y="4308988"/>
            <a:ext cx="1799291" cy="44245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Solar Sail</a:t>
            </a:r>
            <a:endParaRPr lang="en-IN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6850499-FE64-9BF5-A855-486FF4B6580C}"/>
              </a:ext>
            </a:extLst>
          </p:cNvPr>
          <p:cNvCxnSpPr/>
          <p:nvPr/>
        </p:nvCxnSpPr>
        <p:spPr>
          <a:xfrm>
            <a:off x="408036" y="5692876"/>
            <a:ext cx="3293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23C91B3-2FB8-FDC5-699A-8C413AFDA326}"/>
              </a:ext>
            </a:extLst>
          </p:cNvPr>
          <p:cNvSpPr/>
          <p:nvPr/>
        </p:nvSpPr>
        <p:spPr>
          <a:xfrm>
            <a:off x="737418" y="5451989"/>
            <a:ext cx="1720647" cy="5088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Nuclear Detonation</a:t>
            </a:r>
            <a:endParaRPr lang="en-IN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F46735C-1184-31AB-A684-7153E7BDDAA7}"/>
              </a:ext>
            </a:extLst>
          </p:cNvPr>
          <p:cNvCxnSpPr/>
          <p:nvPr/>
        </p:nvCxnSpPr>
        <p:spPr>
          <a:xfrm>
            <a:off x="9539786" y="3991894"/>
            <a:ext cx="2654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Flowchart: Alternate Process 31">
            <a:extLst>
              <a:ext uri="{FF2B5EF4-FFF2-40B4-BE49-F238E27FC236}">
                <a16:creationId xmlns:a16="http://schemas.microsoft.com/office/drawing/2014/main" id="{1DB280DA-CE2D-AFC1-B836-6D533131AD6B}"/>
              </a:ext>
            </a:extLst>
          </p:cNvPr>
          <p:cNvSpPr/>
          <p:nvPr/>
        </p:nvSpPr>
        <p:spPr>
          <a:xfrm>
            <a:off x="9805256" y="3550073"/>
            <a:ext cx="2101622" cy="980141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Spacecraft Equipped with Nets and Harpoons</a:t>
            </a:r>
            <a:endParaRPr lang="en-IN" dirty="0"/>
          </a:p>
        </p:txBody>
      </p:sp>
      <p:sp>
        <p:nvSpPr>
          <p:cNvPr id="37" name="Flowchart: Alternate Process 36">
            <a:extLst>
              <a:ext uri="{FF2B5EF4-FFF2-40B4-BE49-F238E27FC236}">
                <a16:creationId xmlns:a16="http://schemas.microsoft.com/office/drawing/2014/main" id="{F5954E06-86F8-3CF7-B446-A364A2C3B98A}"/>
              </a:ext>
            </a:extLst>
          </p:cNvPr>
          <p:cNvSpPr/>
          <p:nvPr/>
        </p:nvSpPr>
        <p:spPr>
          <a:xfrm>
            <a:off x="9805256" y="4956391"/>
            <a:ext cx="2140949" cy="980139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Robots with inflatable structures</a:t>
            </a:r>
            <a:endParaRPr lang="en-IN" dirty="0"/>
          </a:p>
        </p:txBody>
      </p:sp>
      <p:sp>
        <p:nvSpPr>
          <p:cNvPr id="38" name="Flowchart: Alternate Process 37">
            <a:extLst>
              <a:ext uri="{FF2B5EF4-FFF2-40B4-BE49-F238E27FC236}">
                <a16:creationId xmlns:a16="http://schemas.microsoft.com/office/drawing/2014/main" id="{08906AC1-A5DC-EF01-42C8-C34FF5947058}"/>
              </a:ext>
            </a:extLst>
          </p:cNvPr>
          <p:cNvSpPr/>
          <p:nvPr/>
        </p:nvSpPr>
        <p:spPr>
          <a:xfrm>
            <a:off x="3049262" y="3381685"/>
            <a:ext cx="2281085" cy="455044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Flowchart: Alternate Process 38">
            <a:extLst>
              <a:ext uri="{FF2B5EF4-FFF2-40B4-BE49-F238E27FC236}">
                <a16:creationId xmlns:a16="http://schemas.microsoft.com/office/drawing/2014/main" id="{56CBBD81-28E5-BED7-D096-2BD6DCD08321}"/>
              </a:ext>
            </a:extLst>
          </p:cNvPr>
          <p:cNvSpPr/>
          <p:nvPr/>
        </p:nvSpPr>
        <p:spPr>
          <a:xfrm>
            <a:off x="3098405" y="4298850"/>
            <a:ext cx="2240509" cy="431393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Flowchart: Alternate Process 39">
            <a:extLst>
              <a:ext uri="{FF2B5EF4-FFF2-40B4-BE49-F238E27FC236}">
                <a16:creationId xmlns:a16="http://schemas.microsoft.com/office/drawing/2014/main" id="{264A51B3-E48D-3130-3084-C5D3B1F40DD8}"/>
              </a:ext>
            </a:extLst>
          </p:cNvPr>
          <p:cNvSpPr/>
          <p:nvPr/>
        </p:nvSpPr>
        <p:spPr>
          <a:xfrm>
            <a:off x="3059074" y="5446459"/>
            <a:ext cx="2281088" cy="508815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133928F-FA78-B618-F72D-2B22A12ED291}"/>
              </a:ext>
            </a:extLst>
          </p:cNvPr>
          <p:cNvCxnSpPr/>
          <p:nvPr/>
        </p:nvCxnSpPr>
        <p:spPr>
          <a:xfrm>
            <a:off x="9559449" y="5446460"/>
            <a:ext cx="226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8F02AC8-232B-D258-CBA5-176EAD1B158D}"/>
              </a:ext>
            </a:extLst>
          </p:cNvPr>
          <p:cNvCxnSpPr>
            <a:endCxn id="38" idx="1"/>
          </p:cNvCxnSpPr>
          <p:nvPr/>
        </p:nvCxnSpPr>
        <p:spPr>
          <a:xfrm flipV="1">
            <a:off x="2553906" y="3609207"/>
            <a:ext cx="495356" cy="13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2D89EFE-D48D-81AB-A03A-5C54CF861446}"/>
              </a:ext>
            </a:extLst>
          </p:cNvPr>
          <p:cNvCxnSpPr>
            <a:stCxn id="25" idx="3"/>
          </p:cNvCxnSpPr>
          <p:nvPr/>
        </p:nvCxnSpPr>
        <p:spPr>
          <a:xfrm flipV="1">
            <a:off x="2541614" y="4530214"/>
            <a:ext cx="55679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CB9C6F7-2ECC-CA35-48E8-2B354F82A9AA}"/>
              </a:ext>
            </a:extLst>
          </p:cNvPr>
          <p:cNvCxnSpPr>
            <a:cxnSpLocks/>
            <a:stCxn id="28" idx="3"/>
            <a:endCxn id="40" idx="1"/>
          </p:cNvCxnSpPr>
          <p:nvPr/>
        </p:nvCxnSpPr>
        <p:spPr>
          <a:xfrm flipV="1">
            <a:off x="2458065" y="5700867"/>
            <a:ext cx="601009" cy="5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236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Gayathri P</dc:creator>
  <cp:lastModifiedBy>Gayathri P</cp:lastModifiedBy>
  <cp:revision>1</cp:revision>
  <dcterms:created xsi:type="dcterms:W3CDTF">2023-11-07T01:09:28Z</dcterms:created>
  <dcterms:modified xsi:type="dcterms:W3CDTF">2023-11-07T01:13:11Z</dcterms:modified>
</cp:coreProperties>
</file>